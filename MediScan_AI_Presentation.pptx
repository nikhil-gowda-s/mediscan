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00E5FF"/>
                </a:solidFill>
              </a:defRPr>
            </a:pPr>
            <a:r>
              <a:t>MediScan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60-Second Diagnosis Layer for Rural Healthcare</a:t>
            </a:r>
          </a:p>
          <a:p>
            <a:r>
              <a:t>VVCE ML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The Problem: Healthcare Inequity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Rural clinics lack on-site radiologists (1 per 100k people in some areas).</a:t>
            </a:r>
          </a:p>
          <a:p>
            <a:r>
              <a:t>• Critical delay in X-ray interpretation leads to worsening outcomes.</a:t>
            </a:r>
          </a:p>
          <a:p>
            <a:r>
              <a:t>• AI tools often fail due to 'black-box' nature and clinical isolation.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The Solution: Multi-Modal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Tri-Pillar Architecture: Image + Vitals + Patient Symptoms.</a:t>
            </a:r>
          </a:p>
          <a:p>
            <a:r>
              <a:t>• 60-Second Turnaround: Instant screening and triage.</a:t>
            </a:r>
          </a:p>
          <a:p>
            <a:r>
              <a:t>• Human-in-the-Loop: Built for assistants, not replacement.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Technical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Backbone: Fine-tuned CheXNet (DenseNet-121).</a:t>
            </a:r>
          </a:p>
          <a:p>
            <a:r>
              <a:t>• Uncertainty: Monte Carlo Dropout (15x sampling) for variance detection.</a:t>
            </a:r>
          </a:p>
          <a:p>
            <a:r>
              <a:t>• Debiasing: Logit Adjustment to fix imbalanced data (No Finding vs Rare Disease).</a:t>
            </a:r>
          </a:p>
          <a:p>
            <a:r>
              <a:t>• Fusion: Clinical logic layer that penalizes 'No Finding' during abnormal vitals.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Trust through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Visual Localization: AI highlights the exact pathology hotspots.</a:t>
            </a:r>
          </a:p>
          <a:p>
            <a:r>
              <a:t>• Precise Targeting: Using 'norm5' maps for high-res localization.</a:t>
            </a:r>
          </a:p>
          <a:p>
            <a:r>
              <a:t>• Accountability: Clinicians can verify AI focus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Realism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Believable Confidence: Probability scores weighted by model variance.</a:t>
            </a:r>
          </a:p>
          <a:p>
            <a:r>
              <a:t>• Aspect-Ratio Integrity: Zero-distortion preprocessing.</a:t>
            </a:r>
          </a:p>
          <a:p>
            <a:r>
              <a:t>• Triage Scoring: Integrated emergency referral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Impact and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Resource: Can run on standard tablets/PCs in local clinics.</a:t>
            </a:r>
          </a:p>
          <a:p>
            <a:r>
              <a:t>• Integration: Direct EMR sync for patient history tracking.</a:t>
            </a:r>
          </a:p>
          <a:p>
            <a:r>
              <a:t>• Scalability: Expansion to TB and Pneumonia specific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